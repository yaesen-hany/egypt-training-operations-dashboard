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1567160" cy="685800"/>
          </a:xfrm>
          <a:prstGeom prst="rect">
            <a:avLst/>
          </a:prstGeom>
          <a:solidFill>
            <a:srgbClr val="0B2EA3"/>
          </a:solidFill>
          <a:ln w="12700">
            <a:solidFill>
              <a:srgbClr val="0B2E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Visualization &amp; AI-Assisted Dashboard Building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464040" y="3931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1A5"/>
                </a:solidFill>
              </a:rPr>
              <a:t>Samsung Innovation Campus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37960" y="6547104"/>
            <a:ext cx="5074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1A5"/>
                </a:solidFill>
              </a:rPr>
              <a:t>Chapter 8. Streamlit, Data Visualization &amp; AI-Assisted Dashboard Building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7620">
            <a:solidFill>
              <a:srgbClr val="E6EA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325880"/>
            <a:ext cx="10561320" cy="82296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5727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020"/>
                </a:solidFill>
              </a:rPr>
              <a:t>Task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874520" y="1389888"/>
            <a:ext cx="8183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Insight Dashboard Builder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74520" y="17373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6174"/>
                </a:solidFill>
              </a:rPr>
              <a:t>Build an interactive Streamlit dashboard using charts, maps, filters, and an AI-assisted iteration log.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2514600"/>
            <a:ext cx="5074920" cy="2377440"/>
          </a:xfrm>
          <a:prstGeom prst="roundRect">
            <a:avLst>
              <a:gd name="adj" fmla="val 4615"/>
            </a:avLst>
          </a:prstGeom>
          <a:solidFill>
            <a:srgbClr val="F5F7FC"/>
          </a:solidFill>
          <a:ln w="10160">
            <a:solidFill>
              <a:srgbClr val="D9E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651760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A3"/>
                </a:solidFill>
              </a:rPr>
              <a:t>Scenario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7552" y="2953512"/>
            <a:ext cx="4745736" cy="18470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• A program team wants to monitor training activity across cities and channels.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• Your dashboard must help users explore performance, trends, geographic coverage, and key insights.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• Use Streamlit to turn raw tabular data into a clear interactive product.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309360" y="2514600"/>
            <a:ext cx="5074920" cy="2377440"/>
          </a:xfrm>
          <a:prstGeom prst="roundRect">
            <a:avLst>
              <a:gd name="adj" fmla="val 4615"/>
            </a:avLst>
          </a:prstGeom>
          <a:solidFill>
            <a:srgbClr val="F5F7FC"/>
          </a:solidFill>
          <a:ln w="10160">
            <a:solidFill>
              <a:srgbClr val="D9E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2651760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A3"/>
                </a:solidFill>
              </a:rPr>
              <a:t>Core Dataset Fields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73952" y="2953512"/>
            <a:ext cx="4745736" cy="18470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• date, city, governorate, latitude, longitude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• track, channel, participants, completed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</a:rPr>
              <a:t>• satisfaction_score, cost, revenue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14400" y="5532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2E3A"/>
                </a:solidFill>
              </a:rPr>
              <a:t>Submission: one Streamlit .py file + screenshots + AI prompt/refinement log.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1567160" cy="685800"/>
          </a:xfrm>
          <a:prstGeom prst="rect">
            <a:avLst/>
          </a:prstGeom>
          <a:solidFill>
            <a:srgbClr val="0B2EA3"/>
          </a:solidFill>
          <a:ln w="12700">
            <a:solidFill>
              <a:srgbClr val="0B2E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Visualization &amp; AI-Assisted Dashboard Building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464040" y="3931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41–42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1A5"/>
                </a:solidFill>
              </a:rPr>
              <a:t>Samsung Innovation Campus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37960" y="6547104"/>
            <a:ext cx="5074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1A5"/>
                </a:solidFill>
              </a:rPr>
              <a:t>Chapter 8. Streamlit, Data Visualization &amp; AI-Assisted Dashboard Building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7620">
            <a:solidFill>
              <a:srgbClr val="E6EA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170432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EA3"/>
                </a:solidFill>
              </a:rPr>
              <a:t>Dataset &amp; Data Preparation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1563624"/>
            <a:ext cx="1056132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737360"/>
            <a:ext cx="5166360" cy="2743200"/>
          </a:xfrm>
          <a:prstGeom prst="roundRect">
            <a:avLst>
              <a:gd name="adj" fmla="val 4000"/>
            </a:avLst>
          </a:prstGeom>
          <a:solidFill>
            <a:srgbClr val="F5F7FC"/>
          </a:solidFill>
          <a:ln w="10160">
            <a:solidFill>
              <a:srgbClr val="D9E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874520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A3"/>
                </a:solidFill>
              </a:rPr>
              <a:t>Use or create a dataset with at least 30 rows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87552" y="2176272"/>
            <a:ext cx="4837176" cy="22128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Each row represents one training activity or learning event.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The app must load data from a CSV or create a DataFrame inside the script.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Convert the date column using pd.to_datetime().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Create at least one derived metric such as completion_rate or profit.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737360"/>
            <a:ext cx="5166360" cy="2743200"/>
          </a:xfrm>
          <a:prstGeom prst="roundRect">
            <a:avLst>
              <a:gd name="adj" fmla="val 4000"/>
            </a:avLst>
          </a:prstGeom>
          <a:solidFill>
            <a:srgbClr val="F7FAFF"/>
          </a:solidFill>
          <a:ln w="10160">
            <a:solidFill>
              <a:srgbClr val="D9E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1874520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A3"/>
                </a:solidFill>
              </a:rPr>
              <a:t>Sample rows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28232" y="2176272"/>
            <a:ext cx="4837176" cy="22128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2026-09-01 | Cairo | AI | Online | 35 | 28 | 4.5 | 9000 | 16000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2026-09-03 | Giza | Data | Offline | 42 | 37 | 4.2 | 12000 | 21000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2026-09-05 | Alexandria | Coding | Hybrid | 30 | 21 | 3.9 | 8000 | 14500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</a:rPr>
              <a:t>2026-09-07 | Aswan | AI | Offline | 24 | 19 | 4.7 | 7000 | 12500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325880" y="4754880"/>
            <a:ext cx="9555480" cy="960120"/>
          </a:xfrm>
          <a:prstGeom prst="roundRect">
            <a:avLst>
              <a:gd name="adj" fmla="val 11429"/>
            </a:avLst>
          </a:prstGeom>
          <a:solidFill>
            <a:srgbClr val="F5F7FC"/>
          </a:solidFill>
          <a:ln w="10160">
            <a:solidFill>
              <a:srgbClr val="D9E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90472" y="4892040"/>
            <a:ext cx="9226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A3"/>
                </a:solidFill>
              </a:rPr>
              <a:t>Required inspection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90472" y="5193792"/>
            <a:ext cx="9226296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1F2937"/>
                </a:solidFill>
              </a:rPr>
              <a:t>• Show df.head(), df.shape, and descriptive summary.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F2937"/>
                </a:solidFill>
              </a:rPr>
              <a:t>• Display the full dataset using st.dataframe().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1F2937"/>
                </a:solidFill>
              </a:rPr>
              <a:t>• Use st.metric() for at least three KPIs.</a:t>
            </a:r>
            <a:endParaRPr lang="en-US" sz="12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1567160" cy="685800"/>
          </a:xfrm>
          <a:prstGeom prst="rect">
            <a:avLst/>
          </a:prstGeom>
          <a:solidFill>
            <a:srgbClr val="0B2EA3"/>
          </a:solidFill>
          <a:ln w="12700">
            <a:solidFill>
              <a:srgbClr val="0B2E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Visualization &amp; AI-Assisted Dashboard Building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464040" y="3931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41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1A5"/>
                </a:solidFill>
              </a:rPr>
              <a:t>Samsung Innovation Campus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37960" y="6547104"/>
            <a:ext cx="5074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1A5"/>
                </a:solidFill>
              </a:rPr>
              <a:t>Chapter 8. Streamlit, Data Visualization &amp; AI-Assisted Dashboard Building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7620">
            <a:solidFill>
              <a:srgbClr val="E6EA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170432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EA3"/>
                </a:solidFill>
              </a:rPr>
              <a:t>Dashboard Layout Requirements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1563624"/>
            <a:ext cx="1056132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691640"/>
            <a:ext cx="3611880" cy="3474720"/>
          </a:xfrm>
          <a:prstGeom prst="roundRect">
            <a:avLst>
              <a:gd name="adj" fmla="val 3158"/>
            </a:avLst>
          </a:prstGeom>
          <a:solidFill>
            <a:srgbClr val="F5F7FC"/>
          </a:solidFill>
          <a:ln w="10160">
            <a:solidFill>
              <a:srgbClr val="D9E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1828800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A3"/>
                </a:solidFill>
              </a:rPr>
              <a:t>Sidebar Controls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41832" y="2130552"/>
            <a:ext cx="3282696" cy="2944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</a:rPr>
              <a:t>• Date range filter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</a:rPr>
              <a:t>• Track selector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</a:rPr>
              <a:t>• City or governorate multiselect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</a:rPr>
              <a:t>• Channel selector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</a:rPr>
              <a:t>• Minimum satisfaction or completion-rate slider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4526280" y="1691640"/>
            <a:ext cx="3611880" cy="3474720"/>
          </a:xfrm>
          <a:prstGeom prst="roundRect">
            <a:avLst>
              <a:gd name="adj" fmla="val 3158"/>
            </a:avLst>
          </a:prstGeom>
          <a:solidFill>
            <a:srgbClr val="F5F7FC"/>
          </a:solidFill>
          <a:ln w="10160">
            <a:solidFill>
              <a:srgbClr val="D9E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1828800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A3"/>
                </a:solidFill>
              </a:rPr>
              <a:t>Main Dashboard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90872" y="2130552"/>
            <a:ext cx="3282696" cy="2944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</a:rPr>
              <a:t>• Title, caption, and short markdown explanation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</a:rPr>
              <a:t>• At least 3 KPI metrics with deltas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</a:rPr>
              <a:t>• Use columns to organize KPIs and charts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1F2937"/>
                </a:solidFill>
              </a:rPr>
              <a:t>• Use tabs for Overview, Trends, Geography, and Data Explorer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8275320" y="1691640"/>
            <a:ext cx="3154680" cy="3474720"/>
          </a:xfrm>
          <a:prstGeom prst="roundRect">
            <a:avLst>
              <a:gd name="adj" fmla="val 3478"/>
            </a:avLst>
          </a:prstGeom>
          <a:solidFill>
            <a:srgbClr val="F5F7FC"/>
          </a:solidFill>
          <a:ln w="10160">
            <a:solidFill>
              <a:srgbClr val="D9E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9912" y="1828800"/>
            <a:ext cx="2825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A3"/>
                </a:solidFill>
              </a:rPr>
              <a:t>Interactivity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39912" y="2130552"/>
            <a:ext cx="2825496" cy="2944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</a:rPr>
              <a:t>• All charts must react to selected filters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</a:rPr>
              <a:t>• At least one st.data_editor() or editable table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</a:rPr>
              <a:t>• One st.download_button() or exported filtered table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</a:rPr>
              <a:t>• Use session_state to remember at least one user preference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B2E3A"/>
                </a:solidFill>
              </a:rPr>
              <a:t>The app should still run correctly when filters return a small subset of data.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1567160" cy="685800"/>
          </a:xfrm>
          <a:prstGeom prst="rect">
            <a:avLst/>
          </a:prstGeom>
          <a:solidFill>
            <a:srgbClr val="0B2EA3"/>
          </a:solidFill>
          <a:ln w="12700">
            <a:solidFill>
              <a:srgbClr val="0B2E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Visualization &amp; AI-Assisted Dashboard Building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464040" y="3931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41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1A5"/>
                </a:solidFill>
              </a:rPr>
              <a:t>Samsung Innovation Campus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37960" y="6547104"/>
            <a:ext cx="5074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1A5"/>
                </a:solidFill>
              </a:rPr>
              <a:t>Chapter 8. Streamlit, Data Visualization &amp; AI-Assisted Dashboard Building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7620">
            <a:solidFill>
              <a:srgbClr val="E6EA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170432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EA3"/>
                </a:solidFill>
              </a:rPr>
              <a:t>Visualization Requirements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1563624"/>
            <a:ext cx="1056132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664208"/>
            <a:ext cx="3429000" cy="2560320"/>
          </a:xfrm>
          <a:prstGeom prst="roundRect">
            <a:avLst>
              <a:gd name="adj" fmla="val 4286"/>
            </a:avLst>
          </a:prstGeom>
          <a:solidFill>
            <a:srgbClr val="F5F7FC"/>
          </a:solidFill>
          <a:ln w="10160">
            <a:solidFill>
              <a:srgbClr val="D9E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01368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A3"/>
                </a:solidFill>
              </a:rPr>
              <a:t>Built-in Streamlit Charts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2103120"/>
            <a:ext cx="3099816" cy="2029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</a:rPr>
              <a:t>• Use st.line_chart() for a time trend.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</a:rPr>
              <a:t>• Use st.bar_chart() for category comparison.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</a:rPr>
              <a:t>• Use st.area_chart() for cumulative or multi-series activity.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4389120" y="1664208"/>
            <a:ext cx="3429000" cy="2560320"/>
          </a:xfrm>
          <a:prstGeom prst="roundRect">
            <a:avLst>
              <a:gd name="adj" fmla="val 4286"/>
            </a:avLst>
          </a:prstGeom>
          <a:solidFill>
            <a:srgbClr val="F5F7FC"/>
          </a:solidFill>
          <a:ln w="10160">
            <a:solidFill>
              <a:srgbClr val="D9E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1801368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A3"/>
                </a:solidFill>
              </a:rPr>
              <a:t>Altair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53712" y="2103120"/>
            <a:ext cx="3099816" cy="2029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</a:rPr>
              <a:t>• Create at least one declarative chart.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</a:rPr>
              <a:t>• Use pd.melt() if needed to reshape metrics.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</a:rPr>
              <a:t>• Map x, y, and color channels clearly.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</a:rPr>
              <a:t>• Render using st.altair_chart().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8046720" y="1664208"/>
            <a:ext cx="3429000" cy="2560320"/>
          </a:xfrm>
          <a:prstGeom prst="roundRect">
            <a:avLst>
              <a:gd name="adj" fmla="val 4286"/>
            </a:avLst>
          </a:prstGeom>
          <a:solidFill>
            <a:srgbClr val="F5F7FC"/>
          </a:solidFill>
          <a:ln w="10160">
            <a:solidFill>
              <a:srgbClr val="D9E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1801368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A3"/>
                </a:solidFill>
              </a:rPr>
              <a:t>Plotly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11312" y="2103120"/>
            <a:ext cx="3099816" cy="20299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</a:rPr>
              <a:t>• Create one interactive Plotly chart.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</a:rPr>
              <a:t>• Use a pie/donut, stacked bar, or interactive line chart.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F2937"/>
                </a:solidFill>
              </a:rPr>
              <a:t>• Render using st.plotly_chart().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1143000" y="4572000"/>
            <a:ext cx="9921240" cy="1143000"/>
          </a:xfrm>
          <a:prstGeom prst="roundRect">
            <a:avLst>
              <a:gd name="adj" fmla="val 9600"/>
            </a:avLst>
          </a:prstGeom>
          <a:solidFill>
            <a:srgbClr val="EEF9FA"/>
          </a:solidFill>
          <a:ln w="10160">
            <a:solidFill>
              <a:srgbClr val="BCE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07592" y="4709160"/>
            <a:ext cx="9592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A0A6"/>
                </a:solidFill>
              </a:rPr>
              <a:t>Map Requirement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07592" y="5010912"/>
            <a:ext cx="9592056" cy="612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</a:rPr>
              <a:t>• Use st.map() OR a Folium map.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</a:rPr>
              <a:t>• Show city locations using latitude/longitude.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</a:rPr>
              <a:t>• For Folium: include popups or CircleMarkers and render through st.components.v1.html().</a:t>
            </a:r>
            <a:endParaRPr lang="en-US" sz="12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1567160" cy="685800"/>
          </a:xfrm>
          <a:prstGeom prst="rect">
            <a:avLst/>
          </a:prstGeom>
          <a:solidFill>
            <a:srgbClr val="0B2EA3"/>
          </a:solidFill>
          <a:ln w="12700">
            <a:solidFill>
              <a:srgbClr val="0B2E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Visualization &amp; AI-Assisted Dashboard Building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464040" y="3931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42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1A5"/>
                </a:solidFill>
              </a:rPr>
              <a:t>Samsung Innovation Campus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37960" y="6547104"/>
            <a:ext cx="5074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1A5"/>
                </a:solidFill>
              </a:rPr>
              <a:t>Chapter 8. Streamlit, Data Visualization &amp; AI-Assisted Dashboard Building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7620">
            <a:solidFill>
              <a:srgbClr val="E6EA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170432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EA3"/>
                </a:solidFill>
              </a:rPr>
              <a:t>AI-Assisted / Vibe Coding Requirement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1563624"/>
            <a:ext cx="1056132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691640"/>
            <a:ext cx="5166360" cy="3246120"/>
          </a:xfrm>
          <a:prstGeom prst="roundRect">
            <a:avLst>
              <a:gd name="adj" fmla="val 3380"/>
            </a:avLst>
          </a:prstGeom>
          <a:solidFill>
            <a:srgbClr val="F5F7FC"/>
          </a:solidFill>
          <a:ln w="10160">
            <a:solidFill>
              <a:srgbClr val="D9E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828800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A3"/>
                </a:solidFill>
              </a:rPr>
              <a:t>You must submit an AI iteration log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87552" y="2130552"/>
            <a:ext cx="4837176" cy="2715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1F2937"/>
                </a:solidFill>
              </a:rPr>
              <a:t>• Initial prompt describing the dashboard goal and data fields.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1F2937"/>
                </a:solidFill>
              </a:rPr>
              <a:t>• Generated code or summary of generated structure.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1F2937"/>
                </a:solidFill>
              </a:rPr>
              <a:t>• Observed issue after running the app.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1F2937"/>
                </a:solidFill>
              </a:rPr>
              <a:t>• Feedback prompt used to improve the result.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1F2937"/>
                </a:solidFill>
              </a:rPr>
              <a:t>• Final changes you accepted, rejected, or edited manually.</a:t>
            </a:r>
            <a:endParaRPr lang="en-US" sz="129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166360" cy="3246120"/>
          </a:xfrm>
          <a:prstGeom prst="roundRect">
            <a:avLst>
              <a:gd name="adj" fmla="val 3380"/>
            </a:avLst>
          </a:prstGeom>
          <a:solidFill>
            <a:srgbClr val="F7FAFF"/>
          </a:solidFill>
          <a:ln w="10160">
            <a:solidFill>
              <a:srgbClr val="D9E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1828800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A3"/>
                </a:solidFill>
              </a:rPr>
              <a:t>Required final prompt structure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28232" y="2130552"/>
            <a:ext cx="4837176" cy="2715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Role: Streamlit dashboard developer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Goal: build an interactive dashboard for ...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Data columns: ...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Required charts: ...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Required filters: ...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Layout: sidebar + tabs + columns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F2937"/>
                </a:solidFill>
              </a:rPr>
              <a:t>Output: complete executable app.py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914400" y="55321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B2E3A"/>
                </a:solidFill>
              </a:rPr>
              <a:t>AI can help generate code, but the final app must be tested, cleaned, and explained by the student.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1567160" cy="685800"/>
          </a:xfrm>
          <a:prstGeom prst="rect">
            <a:avLst/>
          </a:prstGeom>
          <a:solidFill>
            <a:srgbClr val="0B2EA3"/>
          </a:solidFill>
          <a:ln w="12700">
            <a:solidFill>
              <a:srgbClr val="0B2E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Visualization &amp; AI-Assisted Dashboard Building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464040" y="3931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1A5"/>
                </a:solidFill>
              </a:rPr>
              <a:t>Samsung Innovation Campus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37960" y="6547104"/>
            <a:ext cx="5074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1A5"/>
                </a:solidFill>
              </a:rPr>
              <a:t>Chapter 8. Streamlit, Data Visualization &amp; AI-Assisted Dashboard Building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7620">
            <a:solidFill>
              <a:srgbClr val="E6EA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170432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EA3"/>
                </a:solidFill>
              </a:rPr>
              <a:t>Rules, Deliverables &amp; Bonus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1563624"/>
            <a:ext cx="1056132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691640"/>
            <a:ext cx="3429000" cy="288036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 w="10160">
            <a:solidFill>
              <a:srgbClr val="D9E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28800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A3"/>
                </a:solidFill>
              </a:rPr>
              <a:t>Rules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2130552"/>
            <a:ext cx="3099816" cy="2350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Do not submit screenshots only: the Streamlit app must run.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Do not hard-code chart results after filtering.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Avoid unused code generated by AI.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Keep the file readable with clear section comments.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89120" y="1691640"/>
            <a:ext cx="3429000" cy="288036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 w="10160">
            <a:solidFill>
              <a:srgbClr val="D9E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1828800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A3"/>
                </a:solidFill>
              </a:rPr>
              <a:t>Deliverables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53712" y="2130552"/>
            <a:ext cx="3099816" cy="2350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app.py file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Dataset file or generated dataset code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Two screenshots: overview + map/advanced chart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AI prompt/refinement log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Short README: how to run the app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429000" cy="2880360"/>
          </a:xfrm>
          <a:prstGeom prst="roundRect">
            <a:avLst>
              <a:gd name="adj" fmla="val 3810"/>
            </a:avLst>
          </a:prstGeom>
          <a:solidFill>
            <a:srgbClr val="F5F7FC"/>
          </a:solidFill>
          <a:ln w="10160">
            <a:solidFill>
              <a:srgbClr val="D9E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1828800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A3"/>
                </a:solidFill>
              </a:rPr>
              <a:t>Bonus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11312" y="2130552"/>
            <a:ext cx="3099816" cy="23500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Folium heatmap or custom markers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Custom theme / polished UI layout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Data download for filtered results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Extra chart with meaningful insight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Simple chat input that answers questions from the filtered data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143000" y="4892040"/>
            <a:ext cx="9921240" cy="868680"/>
          </a:xfrm>
          <a:prstGeom prst="roundRect">
            <a:avLst>
              <a:gd name="adj" fmla="val 12632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07592" y="5029200"/>
            <a:ext cx="9592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</a:rPr>
              <a:t>Final reflection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07592" y="5330952"/>
            <a:ext cx="9592056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F2937"/>
                </a:solidFill>
              </a:rPr>
              <a:t>Answer briefly: which visualization best explains the data, what issue did AI create or solve, and how did you verify the dashboard output?</a:t>
            </a:r>
            <a:endParaRPr lang="en-US" sz="12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1567160" cy="685800"/>
          </a:xfrm>
          <a:prstGeom prst="rect">
            <a:avLst/>
          </a:prstGeom>
          <a:solidFill>
            <a:srgbClr val="0B2EA3"/>
          </a:solidFill>
          <a:ln w="12700">
            <a:solidFill>
              <a:srgbClr val="0B2E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9319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Visualization &amp; AI-Assisted Dashboard Building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464040" y="3931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1A5"/>
                </a:solidFill>
              </a:rPr>
              <a:t>Samsung Innovation Campus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37960" y="6547104"/>
            <a:ext cx="5074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1A5"/>
                </a:solidFill>
              </a:rPr>
              <a:t>Chapter 8. Streamlit, Data Visualization &amp; AI-Assisted Dashboard Building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7620">
            <a:solidFill>
              <a:srgbClr val="E6EA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170432"/>
            <a:ext cx="10561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2EA3"/>
                </a:solidFill>
              </a:rPr>
              <a:t>Submission Checklist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1563624"/>
            <a:ext cx="1056132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737360"/>
            <a:ext cx="4937760" cy="3977640"/>
          </a:xfrm>
          <a:prstGeom prst="roundRect">
            <a:avLst>
              <a:gd name="adj" fmla="val 2759"/>
            </a:avLst>
          </a:prstGeom>
          <a:solidFill>
            <a:srgbClr val="F5F7FC"/>
          </a:solidFill>
          <a:ln w="10160">
            <a:solidFill>
              <a:srgbClr val="D9E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1874520"/>
            <a:ext cx="4608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A3"/>
                </a:solidFill>
              </a:rPr>
              <a:t>Technical Checklist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2176272"/>
            <a:ext cx="4608576" cy="34472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Dataset loads successfully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Date converted with pd.to_datetime()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Sidebar filters work together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3+ KPI metrics included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st.line_chart / st.bar_chart / st.area_chart used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Altair chart included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Plotly chart included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Map included using st.map or Folium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1737360"/>
            <a:ext cx="4937760" cy="3977640"/>
          </a:xfrm>
          <a:prstGeom prst="roundRect">
            <a:avLst>
              <a:gd name="adj" fmla="val 2759"/>
            </a:avLst>
          </a:prstGeom>
          <a:solidFill>
            <a:srgbClr val="F5F7FC"/>
          </a:solidFill>
          <a:ln w="10160">
            <a:solidFill>
              <a:srgbClr val="D9E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874520"/>
            <a:ext cx="4608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A3"/>
                </a:solidFill>
              </a:rPr>
              <a:t>Product Checklist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9672" y="2176272"/>
            <a:ext cx="4608576" cy="34472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st.dataframe or st.data_editor included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Tabs and columns used properly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Session State or cache used meaningfully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No broken chart when filter output is small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AI prompt log is attached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README includes run command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Screenshots are attached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• Final reflection answered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SIC Ch8 Day2 Data Visualization AI Dashboard Task</dc:title>
  <dc:subject>SIC Chapter 8 Day 2 Streamlit Visualization and AI Dashboard Task</dc:subject>
  <dc:creator>OpenAI</dc:creator>
  <cp:lastModifiedBy>OpenAI</cp:lastModifiedBy>
  <cp:revision>1</cp:revision>
  <dcterms:created xsi:type="dcterms:W3CDTF">2026-10-03T12:04:59Z</dcterms:created>
  <dcterms:modified xsi:type="dcterms:W3CDTF">2026-10-03T12:04:59Z</dcterms:modified>
</cp:coreProperties>
</file>